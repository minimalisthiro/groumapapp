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8C00"/>
                </a:solidFill>
                <a:latin typeface="Meiryo"/>
              </a:defRPr>
            </a:pPr>
            <a:r>
              <a:t>ぐるまっぷ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834640"/>
            <a:ext cx="3047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D2D2D"/>
                </a:solidFill>
                <a:latin typeface="Meiryo"/>
              </a:defRPr>
            </a:pPr>
            <a:r>
              <a:t>"知らなかった小さな名店"に出会う地図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Meiryo"/>
              </a:defRPr>
            </a:pPr>
            <a:r>
              <a:t>中小飲食店のための新規集客プラットフォーム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303520"/>
            <a:ext cx="5790895" cy="6400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5376672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8C00"/>
                </a:solidFill>
                <a:latin typeface="Meiryo"/>
              </a:defRPr>
            </a:pPr>
            <a:r>
              <a:t>初期費用 0円  |  契約縛りなし  |  iPhone / Android 対応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6C00"/>
                </a:solidFill>
                <a:latin typeface="Meiryo"/>
              </a:defRPr>
            </a:pPr>
            <a:r>
              <a:t>なぜ、このアプリを作ったのか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8580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Meiryo"/>
              </a:defRPr>
            </a:pPr>
            <a:r>
              <a:t>開発者自身が、カフェ経営者です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331720"/>
            <a:ext cx="320040" cy="3200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eiryo"/>
              </a:defRPr>
            </a:pPr>
            <a:r>
              <a:t>月額約1万円の掲載サービスを契約した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320040" cy="3200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834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eiryo"/>
              </a:defRPr>
            </a:pPr>
            <a:r>
              <a:t>来店に繋がったか、測れなかった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429000"/>
            <a:ext cx="320040" cy="3200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eiryo"/>
              </a:defRPr>
            </a:pPr>
            <a:r>
              <a:t>閲覧数すら少なく、費用対効果が出なかった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5943600" cy="16459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109728" cy="1645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297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935"/>
                </a:solidFill>
                <a:latin typeface="Meiryo"/>
              </a:defRPr>
            </a:pPr>
            <a:r>
              <a:t>「高い掲載費を払っても、お客さんが来ない」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463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eiryo"/>
              </a:defRPr>
            </a:pPr>
            <a:r>
              <a:t>この悩みを解決するために、自分で作りました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371600"/>
            <a:ext cx="4114800" cy="47548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1371600"/>
            <a:ext cx="4114800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417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同じ悩み、ありませんか？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774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eiryo"/>
              </a:defRPr>
            </a:pPr>
            <a:r>
              <a:t>  掲載費に見合った</a:t>
            </a:r>
            <a:br/>
            <a:r>
              <a:t>集客ができていない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2918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eiryo"/>
              </a:defRPr>
            </a:pPr>
            <a:r>
              <a:t>  来店数やリピート率が</a:t>
            </a:r>
            <a:br/>
            <a:r>
              <a:t>見えない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2062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eiryo"/>
              </a:defRPr>
            </a:pPr>
            <a:r>
              <a:t>  新規のお客さんを</a:t>
            </a:r>
            <a:br/>
            <a:r>
              <a:t>増やしたい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1206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eiryo"/>
              </a:defRPr>
            </a:pPr>
            <a:r>
              <a:t>  紙のスタンプカードに</a:t>
            </a:r>
            <a:br/>
            <a:r>
              <a:t>限界を感じている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eiryo"/>
              </a:defRPr>
            </a:pPr>
            <a:r>
              <a:t>1/10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3935"/>
                </a:solidFill>
                <a:latin typeface="Meiryo"/>
              </a:defRPr>
            </a:pPr>
            <a:r>
              <a:t>中小飲食店の集客、どれも難しい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004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2D2D"/>
                </a:solidFill>
                <a:latin typeface="Meiryo"/>
              </a:defRPr>
            </a:pPr>
            <a:r>
              <a:t>大手掲載サービス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280160"/>
            <a:ext cx="7132320" cy="8229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91440" cy="8229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4173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53935"/>
                </a:solidFill>
                <a:latin typeface="Meiryo"/>
              </a:defRPr>
            </a:pPr>
            <a:r>
              <a:t>月1〜2万円。大手チェーンに埋もれる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2004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2D2D"/>
                </a:solidFill>
                <a:latin typeface="Meiryo"/>
              </a:defRPr>
            </a:pPr>
            <a:r>
              <a:t>独自アプリ開発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286000"/>
            <a:ext cx="7132320" cy="8229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286000"/>
            <a:ext cx="91440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42316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D32F2F"/>
                </a:solidFill>
                <a:latin typeface="Meiryo"/>
              </a:defRPr>
            </a:pPr>
            <a:r>
              <a:t>開発費100万円〜。現実的でない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32004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2D2D"/>
                </a:solidFill>
                <a:latin typeface="Meiryo"/>
              </a:defRPr>
            </a:pPr>
            <a:r>
              <a:t>紙のスタンプカード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383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291840"/>
            <a:ext cx="7132320" cy="8229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3291840"/>
            <a:ext cx="9144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4290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C62828"/>
                </a:solidFill>
                <a:latin typeface="Meiryo"/>
              </a:defRPr>
            </a:pPr>
            <a:r>
              <a:t>忘れる・なくす。続かない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32004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2D2D"/>
                </a:solidFill>
                <a:latin typeface="Meiryo"/>
              </a:defRPr>
            </a:pPr>
            <a:r>
              <a:t>SNS運用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297680"/>
            <a:ext cx="7132320" cy="82296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4297680"/>
            <a:ext cx="91440" cy="8229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43484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B71C1C"/>
                </a:solidFill>
                <a:latin typeface="Meiryo"/>
              </a:defRPr>
            </a:pPr>
            <a:r>
              <a:t>毎日の更新。本業に集中できない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303520"/>
            <a:ext cx="9418320" cy="1097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349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Meiryo"/>
              </a:defRPr>
            </a:pPr>
            <a:r>
              <a:t>このままだと...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新規客が来ない → 売上が横ばい → じわじわ苦しくなる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eiryo"/>
              </a:defRPr>
            </a:pPr>
            <a:r>
              <a:t>2/10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6C00"/>
                </a:solidFill>
                <a:latin typeface="Meiryo"/>
              </a:defRPr>
            </a:pPr>
            <a:r>
              <a:t>ぐるまっぷなら、3つの仕組みで解決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749039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1463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8C00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マップで</a:t>
            </a:r>
            <a:br/>
            <a:r>
              <a:t>"発見"される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アプリを開くだけで、近くの未訪問</a:t>
            </a:r>
            <a:br/>
            <a:r>
              <a:t>店舗を自動おすすめ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274320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ホームの「今日のレコメンド」で</a:t>
            </a:r>
            <a:br/>
            <a:r>
              <a:t>1店舗ずつ印象に残る表示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92040"/>
            <a:ext cx="274320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0291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お客さんが「行ってみよう」と</a:t>
            </a:r>
            <a:br/>
            <a:r>
              <a:t>思うきっかけを作る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188720"/>
            <a:ext cx="3749039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188720"/>
            <a:ext cx="3749039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60" y="13258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2E7D32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2801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スタンプで</a:t>
            </a:r>
            <a:br/>
            <a:r>
              <a:t>"また来たい"を作る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来店→QRスキャン→スタンプ獲得</a:t>
            </a:r>
            <a:br/>
            <a:r>
              <a:t>スマホで完結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840480"/>
            <a:ext cx="274320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977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リセットなしで累積。10個達成ごとに</a:t>
            </a:r>
            <a:br/>
            <a:r>
              <a:t>クーポンを自動付与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4892040"/>
            <a:ext cx="274320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50291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特典は値引き型をお店が自由に設定</a:t>
            </a:r>
            <a:br/>
            <a:r>
              <a:t>（例: 100円引き, 10%引き）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188720"/>
            <a:ext cx="3749039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188720"/>
            <a:ext cx="3749039" cy="1463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0" y="13258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1E88E5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2801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データで</a:t>
            </a:r>
            <a:br/>
            <a:r>
              <a:t>"効果が見える"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新規顧客数・リピート率・クーポン</a:t>
            </a:r>
            <a:br/>
            <a:r>
              <a:t>利用率をリアルタイム確認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840480"/>
            <a:ext cx="274320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977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ミッション由来のクーポン利用枚数</a:t>
            </a:r>
            <a:br/>
            <a:r>
              <a:t>＋合計割引額も確認可能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4892040"/>
            <a:ext cx="274320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50291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月次で一緒にデータを確認し</a:t>
            </a:r>
            <a:br/>
            <a:r>
              <a:t>改善策を考える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8C00"/>
                </a:solidFill>
                <a:latin typeface="Meiryo"/>
              </a:defRPr>
            </a:pPr>
            <a:r>
              <a:t>「掲載して終わり」ではなく、一緒に集客を改善するパートナーです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eiryo"/>
              </a:defRPr>
            </a:pPr>
            <a:r>
              <a:t>3/10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06C00"/>
                </a:solidFill>
                <a:latin typeface="Meiryo"/>
              </a:defRPr>
            </a:pPr>
            <a:r>
              <a:t>お客さんはこう動き、お店はこう得をします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840480" cy="5943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91440" cy="594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eiryo"/>
              </a:defRPr>
            </a:pPr>
            <a:r>
              <a:t>アプリを開く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47088"/>
            <a:ext cx="3840480" cy="5943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47088"/>
            <a:ext cx="91440" cy="594360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eiryo"/>
              </a:defRPr>
            </a:pPr>
            <a:r>
              <a:t>マップで未訪問店を発見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928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847088"/>
            <a:ext cx="2743200" cy="5943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1847088"/>
            <a:ext cx="9144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938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eiryo"/>
              </a:defRPr>
            </a:pPr>
            <a:r>
              <a:t>新規客がお店を知る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96896"/>
            <a:ext cx="3840480" cy="5943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96896"/>
            <a:ext cx="91440" cy="594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8833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eiryo"/>
              </a:defRPr>
            </a:pPr>
            <a:r>
              <a:t>来店してQRスキャン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426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596896"/>
            <a:ext cx="2743200" cy="5943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2596896"/>
            <a:ext cx="9144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26883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eiryo"/>
              </a:defRPr>
            </a:pPr>
            <a:r>
              <a:t>来店がデータとして記録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46704"/>
            <a:ext cx="3840480" cy="5943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46704"/>
            <a:ext cx="91440" cy="594360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43814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eiryo"/>
              </a:defRPr>
            </a:pPr>
            <a:r>
              <a:t>スタンプが貯まる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39242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3346704"/>
            <a:ext cx="2743200" cy="5943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3346704"/>
            <a:ext cx="9144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343814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eiryo"/>
              </a:defRPr>
            </a:pPr>
            <a:r>
              <a:t>リピートが生まれる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96511"/>
            <a:ext cx="3840480" cy="5943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096511"/>
            <a:ext cx="91440" cy="594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8795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eiryo"/>
              </a:defRPr>
            </a:pPr>
            <a:r>
              <a:t>10個達成→クーポン付与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142231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4096511"/>
            <a:ext cx="2743200" cy="5943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0640" y="4096511"/>
            <a:ext cx="9144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418795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eiryo"/>
              </a:defRPr>
            </a:pPr>
            <a:r>
              <a:t>また来たい動機が強まる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846320"/>
            <a:ext cx="3840480" cy="5943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846320"/>
            <a:ext cx="91440" cy="594360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37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eiryo"/>
              </a:defRPr>
            </a:pPr>
            <a:r>
              <a:t>フォロー店から通知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892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4846320"/>
            <a:ext cx="2743200" cy="5943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20640" y="4846320"/>
            <a:ext cx="9144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eiryo"/>
              </a:defRPr>
            </a:pPr>
            <a:r>
              <a:t>忘れられず、再来店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596128"/>
            <a:ext cx="3840480" cy="5943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596128"/>
            <a:ext cx="91440" cy="594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687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eiryo"/>
              </a:defRPr>
            </a:pPr>
            <a:r>
              <a:t>別の店舗もおすすめ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56418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20640" y="5596128"/>
            <a:ext cx="2743200" cy="5943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120640" y="5596128"/>
            <a:ext cx="9144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0" y="5687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eiryo"/>
              </a:defRPr>
            </a:pPr>
            <a:r>
              <a:t>他店からも新規客が来る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1097280"/>
            <a:ext cx="3749039" cy="50292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1097280"/>
            <a:ext cx="3749039" cy="6400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11430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"つい開きたくなる"仕掛け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F17"/>
                </a:solidFill>
                <a:latin typeface="Meiryo"/>
              </a:defRPr>
            </a:pPr>
            <a:r>
              <a:t>バッジ 162種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2194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eiryo"/>
              </a:defRPr>
            </a:pPr>
            <a:r>
              <a:t>コレクション欲で継続利用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F17"/>
                </a:solidFill>
                <a:latin typeface="Meiryo"/>
              </a:defRPr>
            </a:pPr>
            <a:r>
              <a:t>ミッション＆コイン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017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eiryo"/>
              </a:defRPr>
            </a:pPr>
            <a:r>
              <a:t>10コインで100円引きクーポン</a:t>
            </a:r>
            <a:br/>
            <a:r>
              <a:t>→ 新規来店のきっかけに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566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F17"/>
                </a:solidFill>
                <a:latin typeface="Meiryo"/>
              </a:defRPr>
            </a:pPr>
            <a:r>
              <a:t>友達紹介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840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eiryo"/>
              </a:defRPr>
            </a:pPr>
            <a:r>
              <a:t>紹介者・被紹介者に各+5コイン</a:t>
            </a:r>
            <a:br/>
            <a:r>
              <a:t>→ ユーザー数 = 新規客候補が増加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F17"/>
                </a:solidFill>
                <a:latin typeface="Meiryo"/>
              </a:defRPr>
            </a:pPr>
            <a:r>
              <a:t>自動フォロー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4663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eiryo"/>
              </a:defRPr>
            </a:pPr>
            <a:r>
              <a:t>来店時に自動フォロー</a:t>
            </a:r>
            <a:br/>
            <a:r>
              <a:t>→ 通知で再来店を促進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5212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F17"/>
                </a:solidFill>
                <a:latin typeface="Meiryo"/>
              </a:defRPr>
            </a:pPr>
            <a:r>
              <a:t>チュートリアル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5486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eiryo"/>
              </a:defRPr>
            </a:pPr>
            <a:r>
              <a:t>新規登録後に自動表示</a:t>
            </a:r>
            <a:br/>
            <a:r>
              <a:t>→ 初回離脱を抑制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eiryo"/>
              </a:defRPr>
            </a:pPr>
            <a:r>
              <a:t>4/10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6C00"/>
                </a:solidFill>
                <a:latin typeface="Meiryo"/>
              </a:defRPr>
            </a:pPr>
            <a:r>
              <a:t>大手サービスとの違い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017520" cy="6400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比較項目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59" y="1188720"/>
            <a:ext cx="3474720" cy="64008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1234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大手掲載サービス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188720"/>
            <a:ext cx="3474720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234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ぐるまっぷ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3017520" cy="594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eiryo"/>
              </a:defRPr>
            </a:pPr>
            <a:r>
              <a:t>月額費用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3474720" cy="594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385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Meiryo"/>
              </a:defRPr>
            </a:pPr>
            <a:r>
              <a:t>1〜5万円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828800"/>
            <a:ext cx="3749039" cy="5943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9385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6C00"/>
                </a:solidFill>
                <a:latin typeface="Meiryo"/>
              </a:defRPr>
            </a:pPr>
            <a:r>
              <a:t>2,980円〜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87168"/>
            <a:ext cx="3017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9689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eiryo"/>
              </a:defRPr>
            </a:pPr>
            <a:r>
              <a:t>初期費用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487168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5968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Meiryo"/>
              </a:defRPr>
            </a:pPr>
            <a:r>
              <a:t>数万円〜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487168"/>
            <a:ext cx="3749039" cy="594360"/>
          </a:xfrm>
          <a:prstGeom prst="rect">
            <a:avLst/>
          </a:prstGeom>
          <a:solidFill>
            <a:srgbClr val="FF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5968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6C00"/>
                </a:solidFill>
                <a:latin typeface="Meiryo"/>
              </a:defRPr>
            </a:pPr>
            <a:r>
              <a:t>0円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145536"/>
            <a:ext cx="3017520" cy="594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25526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eiryo"/>
              </a:defRPr>
            </a:pPr>
            <a:r>
              <a:t>露出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145536"/>
            <a:ext cx="3474720" cy="594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2552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Meiryo"/>
              </a:defRPr>
            </a:pPr>
            <a:r>
              <a:t>大手に埋もれやすい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145536"/>
            <a:ext cx="3749039" cy="5943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2552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6C00"/>
                </a:solidFill>
                <a:latin typeface="Meiryo"/>
              </a:defRPr>
            </a:pPr>
            <a:r>
              <a:t>同規模店の中で見つかる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803904"/>
            <a:ext cx="3017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136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eiryo"/>
              </a:defRPr>
            </a:pPr>
            <a:r>
              <a:t>効果測定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3803904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9136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Meiryo"/>
              </a:defRPr>
            </a:pPr>
            <a:r>
              <a:t>閲覧数程度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3803904"/>
            <a:ext cx="3749039" cy="594360"/>
          </a:xfrm>
          <a:prstGeom prst="rect">
            <a:avLst/>
          </a:prstGeom>
          <a:solidFill>
            <a:srgbClr val="FF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6C00"/>
                </a:solidFill>
                <a:latin typeface="Meiryo"/>
              </a:defRPr>
            </a:pPr>
            <a:r>
              <a:t>来店数・リピート率を実測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462272"/>
            <a:ext cx="3017520" cy="594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72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eiryo"/>
              </a:defRPr>
            </a:pPr>
            <a:r>
              <a:t>スタンプ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4462272"/>
            <a:ext cx="3474720" cy="594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Meiryo"/>
              </a:defRPr>
            </a:pPr>
            <a:r>
              <a:t>なし / 別途契約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462272"/>
            <a:ext cx="3749039" cy="5943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6C00"/>
                </a:solidFill>
                <a:latin typeface="Meiryo"/>
              </a:defRPr>
            </a:pPr>
            <a:r>
              <a:t>標準搭載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120640"/>
            <a:ext cx="3017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2303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eiryo"/>
              </a:defRPr>
            </a:pPr>
            <a:r>
              <a:t>送客の仕組み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512064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5230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Meiryo"/>
              </a:defRPr>
            </a:pPr>
            <a:r>
              <a:t>検索頼み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5120640"/>
            <a:ext cx="3749039" cy="594360"/>
          </a:xfrm>
          <a:prstGeom prst="rect">
            <a:avLst/>
          </a:prstGeom>
          <a:solidFill>
            <a:srgbClr val="FF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52303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6C00"/>
                </a:solidFill>
                <a:latin typeface="Meiryo"/>
              </a:defRPr>
            </a:pPr>
            <a:r>
              <a:t>マップ+レコメンドで自動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71600" y="5852160"/>
            <a:ext cx="9418320" cy="6400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58978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Meiryo"/>
              </a:defRPr>
            </a:pPr>
            <a:r>
              <a:t>今の掲載費の半額以下で、来店まで測れる仕組みが手に入ります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eiryo"/>
              </a:defRPr>
            </a:pPr>
            <a:r>
              <a:t>5/10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6C00"/>
                </a:solidFill>
                <a:latin typeface="Meiryo"/>
              </a:defRPr>
            </a:pPr>
            <a:r>
              <a:t>料金と、今始めるメリット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ベーシックプラン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月額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8C00"/>
                </a:solidFill>
                <a:latin typeface="Meiryo"/>
              </a:defRPr>
            </a:pPr>
            <a:r>
              <a:t>2,980円〜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1日あたり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  <a:latin typeface="Meiryo"/>
              </a:defRPr>
            </a:pPr>
            <a:r>
              <a:t>約99円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eiryo"/>
              </a:defRPr>
            </a:pPr>
            <a:r>
              <a:t>缶コーヒー1本以下の投資で集客改善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eiryo"/>
              </a:defRPr>
            </a:pPr>
            <a:r>
              <a:t>マップ掲載 / スタンプ / クーポン3枚 / データ分析 / サポート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486400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34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プレミアムプラン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月額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88E5"/>
                </a:solidFill>
                <a:latin typeface="Meiryo"/>
              </a:defRPr>
            </a:pPr>
            <a:r>
              <a:t>5,980円〜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eiryo"/>
              </a:defRPr>
            </a:pPr>
            <a:r>
              <a:t>ベーシック全機能 + 投稿機能 + Instagram連携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eiryo"/>
              </a:defRPr>
            </a:pPr>
            <a:r>
              <a:t>（毎日1回の時刻指定同期 09:00〜21:00）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Meiryo"/>
              </a:defRPr>
            </a:pPr>
            <a:r>
              <a:t>今始めると有利な 3つの理由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7200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3566160" cy="5486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451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今なら全機能無料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Meiryo"/>
              </a:defRPr>
            </a:pPr>
            <a:r>
              <a:t>先着5店舗まで無料</a:t>
            </a:r>
            <a:br/>
            <a:r>
              <a:t>投稿・Instagram連携を含む全機能が使える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57200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4572000"/>
            <a:ext cx="356616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6451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エリア独占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2120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Meiryo"/>
              </a:defRPr>
            </a:pPr>
            <a:r>
              <a:t>あなたのエリアで最初なら</a:t>
            </a:r>
            <a:br/>
            <a:r>
              <a:t>近隣ユーザーを独占できる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57200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4572000"/>
            <a:ext cx="356616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6451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料金が最安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2120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Meiryo"/>
              </a:defRPr>
            </a:pPr>
            <a:r>
              <a:t>現在が最安値</a:t>
            </a:r>
            <a:br/>
            <a:r>
              <a:t>加盟店増加に伴い段階的に値上げ予定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eiryo"/>
              </a:defRPr>
            </a:pPr>
            <a:r>
              <a:t>6/10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6C00"/>
                </a:solidFill>
                <a:latin typeface="Meiryo"/>
              </a:defRPr>
            </a:pPr>
            <a:r>
              <a:t>始め方は簡単、サポートも万全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560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80" y="1371600"/>
            <a:ext cx="731520" cy="7315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0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  <a:latin typeface="Meiryo"/>
              </a:defRPr>
            </a:pPr>
            <a:r>
              <a:t>アプリをダウンロード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eiryo"/>
              </a:defRPr>
            </a:pPr>
            <a:r>
              <a:t>App Store / Google Play</a:t>
            </a:r>
            <a:br/>
            <a:r>
              <a:t>「ぐるまっぷ 店舗」を検索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  <a:latin typeface="Meiryo"/>
              </a:defRPr>
            </a:pPr>
            <a:r>
              <a:t>1分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2560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23560" y="1371600"/>
            <a:ext cx="731520" cy="7315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0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  <a:latin typeface="Meiryo"/>
              </a:defRPr>
            </a:pPr>
            <a:r>
              <a:t>店舗情報を登録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eiryo"/>
              </a:defRPr>
            </a:pPr>
            <a:r>
              <a:t>店舗名・住所・カテゴリ</a:t>
            </a:r>
            <a:br/>
            <a:r>
              <a:t>営業時間・画像を入力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383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  <a:latin typeface="Meiryo"/>
              </a:defRPr>
            </a:pPr>
            <a:r>
              <a:t>10〜15分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2560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4040" y="1371600"/>
            <a:ext cx="731520" cy="7315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0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94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  <a:latin typeface="Meiryo"/>
              </a:defRPr>
            </a:pPr>
            <a:r>
              <a:t>承認後、すぐ開始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eiryo"/>
              </a:defRPr>
            </a:pPr>
            <a:r>
              <a:t>運営チームが確認し承認</a:t>
            </a:r>
            <a:br/>
            <a:r>
              <a:t>すぐに利用開始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383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  <a:latin typeface="Meiryo"/>
              </a:defRPr>
            </a:pPr>
            <a:r>
              <a:t>最短当日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23360"/>
            <a:ext cx="11247120" cy="13716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88E5"/>
                </a:solidFill>
                <a:latin typeface="Meiryo"/>
              </a:defRPr>
            </a:pPr>
            <a:r>
              <a:t>サポート体制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  ライブチャット / メール / 電話 でいつでも相談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  連絡先: info@groumapapp.com / 080-6050-7194（平日 11:00-18:00）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  月に1回、データを一緒に確認して改善策を提案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669280"/>
            <a:ext cx="850392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57607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Meiryo"/>
              </a:defRPr>
            </a:pPr>
            <a:r>
              <a:t>初期費用 0円  |  契約縛りなし  |  いつでも解約可能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eiryo"/>
              </a:defRPr>
            </a:pPr>
            <a:r>
              <a:t>7/10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6C00"/>
                </a:solidFill>
                <a:latin typeface="Meiryo"/>
              </a:defRPr>
            </a:pPr>
            <a:r>
              <a:t>よくあるご質問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20640" cy="8229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9144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eiryo"/>
              </a:defRPr>
            </a:pPr>
            <a:r>
              <a:t>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eiryo"/>
              </a:defRPr>
            </a:pPr>
            <a:r>
              <a:t>「うちは常連さんが多いから、新規は必要ない」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Meiryo"/>
              </a:defRPr>
            </a:pPr>
            <a:r>
              <a:t>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常連さんが他のお店を回遊する際に、別のお店の常連さんがあなたのお店を発見します。常連さんを大切にしながら、新規も増やせます。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120640" cy="8229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9144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eiryo"/>
              </a:defRPr>
            </a:pPr>
            <a:r>
              <a:t>Q.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4630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eiryo"/>
              </a:defRPr>
            </a:pPr>
            <a:r>
              <a:t>「スマホが苦手なんですが...」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Meiryo"/>
              </a:defRPr>
            </a:pPr>
            <a:r>
              <a:t>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3774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お店の操作はQRをスキャンするだけ。設定はサポートが一緒にやります。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5120640" cy="8229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9144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eiryo"/>
              </a:defRPr>
            </a:pPr>
            <a:r>
              <a:t>Q.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148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eiryo"/>
              </a:defRPr>
            </a:pPr>
            <a:r>
              <a:t>「大手サイトとの違いは？」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Meiryo"/>
              </a:defRPr>
            </a:pPr>
            <a:r>
              <a:t>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2920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大手は「検索して探す」仕組み。ぐるまっぷは「自然に見つかる」仕組みです。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40480"/>
            <a:ext cx="54864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4023360"/>
            <a:ext cx="5120640" cy="8229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023360"/>
            <a:ext cx="9144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eiryo"/>
              </a:defRPr>
            </a:pPr>
            <a:r>
              <a:t>Q.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1148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eiryo"/>
              </a:defRPr>
            </a:pPr>
            <a:r>
              <a:t>「効果が出なかったら？」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Meiryo"/>
              </a:defRPr>
            </a:pPr>
            <a:r>
              <a:t>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02920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eiryo"/>
              </a:defRPr>
            </a:pPr>
            <a:r>
              <a:t>契約縛りなし。月次で一緒にデータを見て改善します。リスクはゼロです。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eiryo"/>
              </a:defRPr>
            </a:pPr>
            <a:r>
              <a:t>8/10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2D2D"/>
                </a:solidFill>
                <a:latin typeface="Meiryo"/>
              </a:defRPr>
            </a:pPr>
            <a:r>
              <a:t>まずは、試してみませんか？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2560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A. 今日この場で登録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2D2D"/>
                </a:solidFill>
                <a:latin typeface="Meiryo"/>
              </a:defRPr>
            </a:pPr>
            <a:r>
              <a:t>一緒に設定をお手伝いします</a:t>
            </a:r>
            <a:br/>
            <a:br/>
            <a:r>
              <a:t>15分で完了します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5603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03520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B. 後日ゆっくり登録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2D2D"/>
                </a:solidFill>
                <a:latin typeface="Meiryo"/>
              </a:defRPr>
            </a:pPr>
            <a:r>
              <a:t>資料をお渡しします</a:t>
            </a:r>
            <a:br/>
            <a:br/>
            <a:r>
              <a:t>いつでもご連絡ください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754880"/>
            <a:ext cx="758952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482803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Meiryo"/>
              </a:defRPr>
            </a:pPr>
            <a:r>
              <a:t>初期費用 0円  |  契約縛りなし  |  いつでも解約可能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577840"/>
            <a:ext cx="12191695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5760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Meiryo"/>
              </a:defRPr>
            </a:pPr>
            <a:r>
              <a:t>"知らなかった名店"として、</a:t>
            </a:r>
            <a:br/>
            <a:r>
              <a:t>あなたのお店が発見される日を楽しみにしています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eiryo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