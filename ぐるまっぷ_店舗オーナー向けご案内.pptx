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8C00"/>
                </a:solidFill>
                <a:latin typeface="Meiryo"/>
              </a:defRPr>
            </a:pPr>
            <a:r>
              <a:t>ぐるまっぷ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  <a:latin typeface="Meiryo"/>
              </a:defRPr>
            </a:pPr>
            <a:r>
              <a:t>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Meiryo"/>
              </a:defRPr>
            </a:pPr>
            <a:r>
              <a:t>"知らなかった小さな名店"に出会う地図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Meiryo"/>
              </a:defRPr>
            </a:pPr>
            <a:r>
              <a:t>中小飲食店のための集客プラットフォームアプリ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669280"/>
            <a:ext cx="670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Meiryo"/>
              </a:defRPr>
            </a:pPr>
            <a:r>
              <a:t>初期費用 0円  |  契約縛りなし  |  iPhone / Android 対応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ぐるまっぷとは？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200400" cy="3200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57400" y="1920240"/>
            <a:ext cx="914400" cy="9144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06C00"/>
                </a:solidFill>
                <a:latin typeface="Meiryo"/>
              </a:defRPr>
            </a:pPr>
            <a:r>
              <a:t>自然に発見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eiryo"/>
              </a:defRPr>
            </a:pPr>
            <a:r>
              <a:t>マップで近くのお店を</a:t>
            </a:r>
            <a:br/>
            <a:r>
              <a:t>自然に発見してもらえます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45920"/>
            <a:ext cx="3200400" cy="3200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5000" y="1920240"/>
            <a:ext cx="914400" cy="9144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06C00"/>
                </a:solidFill>
                <a:latin typeface="Meiryo"/>
              </a:defRPr>
            </a:pPr>
            <a:r>
              <a:t>リピーター育成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566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eiryo"/>
              </a:defRPr>
            </a:pPr>
            <a:r>
              <a:t>デジタルスタンプカードで</a:t>
            </a:r>
            <a:br/>
            <a:r>
              <a:t>リピーターを育てます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200400" cy="3200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72600" y="1920240"/>
            <a:ext cx="914400" cy="9144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06C00"/>
                </a:solidFill>
                <a:latin typeface="Meiryo"/>
              </a:defRPr>
            </a:pPr>
            <a:r>
              <a:t>効果が見える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566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eiryo"/>
              </a:defRPr>
            </a:pPr>
            <a:r>
              <a:t>データ分析で</a:t>
            </a:r>
            <a:br/>
            <a:r>
              <a:t>集客の効果が見えるようになります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Meiryo"/>
              </a:defRPr>
            </a:pPr>
            <a:r>
              <a:t>対応端末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eiryo"/>
              </a:defRPr>
            </a:pPr>
            <a:r>
              <a:t>iPhone / Android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Meiryo"/>
              </a:defRPr>
            </a:pPr>
            <a:r>
              <a:t>店舗アプリ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eiryo"/>
              </a:defRPr>
            </a:pPr>
            <a:r>
              <a:t>専用の店舗管理アプリを無料提供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Meiryo"/>
              </a:defRPr>
            </a:pPr>
            <a:r>
              <a:t>初期費用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eiryo"/>
              </a:defRPr>
            </a:pPr>
            <a:r>
              <a:t>0円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Meiryo"/>
              </a:defRPr>
            </a:pPr>
            <a:r>
              <a:t>契約期間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eiryo"/>
              </a:defRPr>
            </a:pPr>
            <a:r>
              <a:t>縛りなし（いつでも解約可能）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お店が得られる 3つのメリット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3080" y="1554480"/>
            <a:ext cx="731520" cy="7315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6C00"/>
                </a:solidFill>
                <a:latin typeface="Meiryo"/>
              </a:defRPr>
            </a:pPr>
            <a:r>
              <a:t>新しいお客さんに</a:t>
            </a:r>
            <a:br/>
            <a:r>
              <a:t>見つけてもらえる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  マップ上に自動表示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  未訪問のお店を自動おすすめ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  ホームの「今日のレコメンド」で</a:t>
            </a:r>
            <a:br/>
            <a:r>
              <a:t>1ページ1店舗カード表示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  他の加盟店のお客さんが</a:t>
            </a:r>
            <a:br/>
            <a:r>
              <a:t>あなたのお店を発見 → 新規来店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56616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23560" y="1554480"/>
            <a:ext cx="731520" cy="7315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774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6C00"/>
                </a:solidFill>
                <a:latin typeface="Meiryo"/>
              </a:defRPr>
            </a:pPr>
            <a:r>
              <a:t>来てくれたお客さんが</a:t>
            </a:r>
            <a:br/>
            <a:r>
              <a:t>リピーターになる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83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  QRスキャンでスタンプが貯まる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  「あと少しで特典！」で再来店促進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846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  来店で自動フォロー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577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  新クーポン・投稿を</a:t>
            </a:r>
            <a:br/>
            <a:r>
              <a:t>プッシュ通知でお知らせ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371600"/>
            <a:ext cx="356616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64040" y="1554480"/>
            <a:ext cx="731520" cy="7315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774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6C00"/>
                </a:solidFill>
                <a:latin typeface="Meiryo"/>
              </a:defRPr>
            </a:pPr>
            <a:r>
              <a:t>集客の効果が</a:t>
            </a:r>
            <a:br/>
            <a:r>
              <a:t>数字で見える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  新規顧客数・リピート率を</a:t>
            </a:r>
            <a:br/>
            <a:r>
              <a:t>リアルタイム確認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114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  月1回の担当者レポート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46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  一緒に集客を改善する</a:t>
            </a:r>
            <a:br/>
            <a:r>
              <a:t>パートナー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スタンプカード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12801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仕組み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Meiryo"/>
              </a:defRPr>
            </a:pPr>
            <a:r>
              <a:t>お客さんが来店  →  QRスキャン  →  スタンプ1個獲得  →  10個で達成  →  クーポン自動付与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2560320" cy="2560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Meiryo"/>
              </a:defRPr>
            </a:pPr>
            <a:r>
              <a:t>スタンプ数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"/>
              </a:defRPr>
            </a:pPr>
            <a:r>
              <a:t>10個で1枚のカード達成</a:t>
            </a:r>
            <a:br/>
            <a:r>
              <a:t>（累積カウント・リセットなし）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017520"/>
            <a:ext cx="2560320" cy="2560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Meiryo"/>
              </a:defRPr>
            </a:pPr>
            <a:r>
              <a:t>達成特典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6576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"/>
              </a:defRPr>
            </a:pPr>
            <a:r>
              <a:t>値引き型のみ</a:t>
            </a:r>
            <a:br/>
            <a:r>
              <a:t>（例:100円引き/500円引き/10%引き）</a:t>
            </a:r>
            <a:br/>
            <a:r>
              <a:t>お店が自由に金額を設定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017520"/>
            <a:ext cx="2560320" cy="2560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Meiryo"/>
              </a:defRPr>
            </a:pPr>
            <a:r>
              <a:t>2枚目以降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576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"/>
              </a:defRPr>
            </a:pPr>
            <a:r>
              <a:t>リセットなしで累積</a:t>
            </a:r>
            <a:br/>
            <a:r>
              <a:t>10個達成ごとに次のカードへ自動進行</a:t>
            </a:r>
            <a:br/>
            <a:r>
              <a:t>達成のたびにクーポン自動付与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3017520"/>
            <a:ext cx="2560320" cy="2560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Meiryo"/>
              </a:defRPr>
            </a:pPr>
            <a:r>
              <a:t>紙のカード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6576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"/>
              </a:defRPr>
            </a:pPr>
            <a:r>
              <a:t>不要！</a:t>
            </a:r>
            <a:br/>
            <a:r>
              <a:t>スマホで完結するので</a:t>
            </a:r>
            <a:br/>
            <a:r>
              <a:t>忘れる・なくす心配なし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CAF50"/>
                </a:solidFill>
                <a:latin typeface="Meiryo"/>
              </a:defRPr>
            </a:pPr>
            <a:r>
              <a:t>物理スタンプカード移行機能: 既存の紙スタンプカードのスタンプ数をアプリに引き継ぎ可能（1人1店舗あたり1回）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クーポン機能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28600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発行数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447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1店舗あたり最大3枚まで同時発行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228600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391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種類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391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割引クーポン / プレゼントクーポン / 特別オファー の3タイプ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228600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33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有効期限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334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1日〜2週間の範囲で自由に設定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54680"/>
            <a:ext cx="228600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278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発行枚数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278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枚数制限あり、または無制限を選択可能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39"/>
            <a:ext cx="228600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221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通知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22191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フォロー中のお客さんにプッシュ通知でお知らせ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43400"/>
            <a:ext cx="228600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16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効果測定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4165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クーポン別の利用数・推移をグラフで確認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6C00"/>
                </a:solidFill>
                <a:latin typeface="Meiryo"/>
              </a:defRPr>
            </a:pPr>
            <a:r>
              <a:t>会計時のクーポン確認（店舗スタッフ向け）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eiryo"/>
              </a:defRPr>
            </a:pPr>
            <a:r>
              <a:t>  通常クーポン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4406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お店が独自発行したクーポン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742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eiryo"/>
              </a:defRPr>
            </a:pPr>
            <a:r>
              <a:t>  コイン交換クーポン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74243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コイン10枚で取得した100円引き（ミッション経由）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0441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eiryo"/>
              </a:defRPr>
            </a:pPr>
            <a:r>
              <a:t>  スタンプ達成クーポン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04418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スタンプ10個達成ごとに自動付与されるクーポン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フォロー + プッシュ通知 / ニュース配信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6C00"/>
                </a:solidFill>
                <a:latin typeface="Meiryo"/>
              </a:defRPr>
            </a:pPr>
            <a:r>
              <a:t>フォロー + プッシュ通知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eiryo"/>
              </a:defRPr>
            </a:pPr>
            <a:r>
              <a:t>来店してスタンプ獲得 → 自動的にお店をフォロー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  クーポン発行 → フォロー中のお客さんに通知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  投稿作成 → フォロー中のお客さんに通知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  通知を見て「あ、あのお店だ」→ 再来店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Meiryo"/>
              </a:defRPr>
            </a:pPr>
            <a:r>
              <a:t>1回来たお客さんとの接点を</a:t>
            </a:r>
            <a:br/>
            <a:r>
              <a:t>自然に維持する仕組みです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96F3"/>
                </a:solidFill>
                <a:latin typeface="Meiryo"/>
              </a:defRPr>
            </a:pPr>
            <a:r>
              <a:t>ニュース配信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eiryo"/>
              </a:defRPr>
            </a:pPr>
            <a:r>
              <a:t>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お知らせ・キャンペーン・季節メニューなど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eiryo"/>
              </a:defRPr>
            </a:pPr>
            <a:r>
              <a:t>画像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926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正方形（1:1）の画像を設定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eiryo"/>
              </a:defRPr>
            </a:pPr>
            <a:r>
              <a:t>掲載期間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657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開始日〜終了日を指定して自動で公開/非公開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eiryo"/>
              </a:defRPr>
            </a:pPr>
            <a:r>
              <a:t>表示場所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389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ユーザーアプリのホーム画面に</a:t>
            </a:r>
            <a:br/>
            <a:r>
              <a:t>横スクロールで表示（最大7件）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メニュー管理 / 投稿機能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6C00"/>
                </a:solidFill>
                <a:latin typeface="Meiryo"/>
              </a:defRPr>
            </a:pPr>
            <a:r>
              <a:t>メニュー管理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カテゴリ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コース / 料理 / ドリンク / デザート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表示内容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80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メニュー名 / 説明 / 価格 / 写真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オプション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657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サイズ・温度など選択肢グループを作成</a:t>
            </a:r>
            <a:br/>
            <a:r>
              <a:t>追加料金も設定可能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並び替え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434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ドラッグ&amp;ドロップで自由に順序変更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表示先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521207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ユーザーアプリの店舗詳細「メニュー」タブ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96F3"/>
                </a:solidFill>
                <a:latin typeface="Meiryo"/>
              </a:defRPr>
            </a:pPr>
            <a:r>
              <a:t>投稿機能（プレミアムプラン）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011680"/>
            <a:ext cx="4754880" cy="64008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7F17"/>
                </a:solidFill>
                <a:latin typeface="Meiryo"/>
              </a:defRPr>
            </a:pPr>
            <a:r>
              <a:t>無料期間中は全機能開放のため</a:t>
            </a:r>
            <a:br/>
            <a:r>
              <a:t>投稿機能・Instagram連携もご利用いただけます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eiryo"/>
              </a:defRPr>
            </a:pPr>
            <a:r>
              <a:t>投稿内容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写真 + テキスト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eiryo"/>
              </a:defRPr>
            </a:pPr>
            <a:r>
              <a:t>表示先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657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ホーム画面・投稿一覧・店舗詳細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eiryo"/>
              </a:defRPr>
            </a:pPr>
            <a:r>
              <a:t>Instagram連携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Instagramの投稿を自動同期</a:t>
            </a:r>
            <a:br/>
            <a:r>
              <a:t>（毎日1回、時刻指定可能）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120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eiryo"/>
              </a:defRPr>
            </a:pPr>
            <a:r>
              <a:t>反応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1206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「いいね」「コメント」を確認可能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店舗情報の掲載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6C00"/>
                </a:solidFill>
                <a:latin typeface="Meiryo"/>
              </a:defRPr>
            </a:pPr>
            <a:r>
              <a:t>マップ上の表示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  お店のアイコンがマップ上にピン表示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  未訪問のお客さんには「おすすめ」として自動表示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96F3"/>
                </a:solidFill>
                <a:latin typeface="Meiryo"/>
              </a:defRPr>
            </a:pPr>
            <a:r>
              <a:t>店舗詳細ページ（4タブ）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96F3"/>
                </a:solidFill>
                <a:latin typeface="Meiryo"/>
              </a:defRPr>
            </a:pPr>
            <a:r>
              <a:t>トップ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eiryo"/>
              </a:defRPr>
            </a:pPr>
            <a:r>
              <a:t>クーポン・投稿プレビュー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920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96F3"/>
                </a:solidFill>
                <a:latin typeface="Meiryo"/>
              </a:defRPr>
            </a:pPr>
            <a:r>
              <a:t>店内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1945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eiryo"/>
              </a:defRPr>
            </a:pPr>
            <a:r>
              <a:t>店内画像ギャラリー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920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96F3"/>
                </a:solidFill>
                <a:latin typeface="Meiryo"/>
              </a:defRPr>
            </a:pPr>
            <a:r>
              <a:t>メニュー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1945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eiryo"/>
              </a:defRPr>
            </a:pPr>
            <a:r>
              <a:t>カテゴリ別メニュー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1920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96F3"/>
                </a:solidFill>
                <a:latin typeface="Meiryo"/>
              </a:defRPr>
            </a:pPr>
            <a:r>
              <a:t>投稿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21945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eiryo"/>
              </a:defRPr>
            </a:pPr>
            <a:r>
              <a:t>お店の最新投稿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474720"/>
            <a:ext cx="1124712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eiryo"/>
              </a:defRPr>
            </a:pPr>
            <a:r>
              <a:t>その他の表示情報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  営業時間 / カテゴリ / 決済方法（30種以上に対応）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  臨時休業・時間変更・臨時営業の予定（今週7日間を日付付きで表示）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  座席情報（カウンター / テーブル / 座敷 / テラス / 個室 / ソファー）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57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  設備・サービス（駐車場 / テイクアウト / 喫煙 / Wi-Fi / バリアフリー / 子連れ / ペット）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  スタンプカードの進捗状況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分析ダッシュボード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Meiryo"/>
              </a:defRPr>
            </a:pPr>
            <a:r>
              <a:t>店舗用アプリから、いつでもお店のデータを確認できます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57784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eiryo"/>
              </a:defRPr>
            </a:pPr>
            <a:r>
              <a:t>今日のサマリー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来店者数 / 付与スタンプ数 / 新規顧客数 / クーポン利用数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26080"/>
            <a:ext cx="557784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eiryo"/>
              </a:defRPr>
            </a:pPr>
            <a:r>
              <a:t>来店者推移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日/週/月/年単位のグラフ（性別・年代でフィルター可能）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557784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eiryo"/>
              </a:defRPr>
            </a:pPr>
            <a:r>
              <a:t>新規顧客推移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新規のお客さんの増減を時系列で確認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557784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eiryo"/>
              </a:defRPr>
            </a:pPr>
            <a:r>
              <a:t>リピート率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週間・月間のリピート率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828800"/>
            <a:ext cx="557784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eiryo"/>
              </a:defRPr>
            </a:pPr>
            <a:r>
              <a:t>クーポン効果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40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クーポン別の使用者数・利用推移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926080"/>
            <a:ext cx="557784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eiryo"/>
              </a:defRPr>
            </a:pPr>
            <a:r>
              <a:t>特別クーポン分析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37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コイン交換クーポンの発行枚数・使用済み枚数・割引合計金額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23360"/>
            <a:ext cx="557784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eiryo"/>
              </a:defRPr>
            </a:pPr>
            <a:r>
              <a:t>おすすめ表示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34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レコメンドでの表示数・クリック数の推移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5120640"/>
            <a:ext cx="557784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eiryo"/>
              </a:defRPr>
            </a:pPr>
            <a:r>
              <a:t>送客データ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532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送客元/送客先の店舗TOP5ランキング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486400"/>
            <a:ext cx="1124712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532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Meiryo"/>
              </a:defRPr>
            </a:pPr>
            <a:r>
              <a:t>月次レポート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月に1回、担当者と一緒にデータを確認 → 新規顧客数の推移 / リピート率の変化 / クーポンの効果 / 次月に向けた改善提案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送客ネットワーク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Meiryo"/>
              </a:defRPr>
            </a:pPr>
            <a:r>
              <a:t>ぐるまっぷの最大の特徴は、加盟店同士でお客さんを送り合う仕組みです。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9418320" cy="2286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2560320"/>
            <a:ext cx="1097280" cy="10972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eiryo"/>
              </a:defRPr>
            </a:pPr>
            <a:r>
              <a:t>A店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Meiryo"/>
              </a:defRPr>
            </a:pPr>
            <a:r>
              <a:t>→ マップでB店を発見 →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2560320"/>
            <a:ext cx="1097280" cy="1097280"/>
          </a:xfrm>
          <a:prstGeom prst="ellipse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eiryo"/>
              </a:defRPr>
            </a:pPr>
            <a:r>
              <a:t>B店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Meiryo"/>
              </a:defRPr>
            </a:pPr>
            <a:r>
              <a:t>→ B店に初来店！</a:t>
            </a:r>
          </a:p>
        </p:txBody>
      </p:sp>
      <p:sp>
        <p:nvSpPr>
          <p:cNvPr id="13" name="Oval 12"/>
          <p:cNvSpPr/>
          <p:nvPr/>
        </p:nvSpPr>
        <p:spPr>
          <a:xfrm>
            <a:off x="1828800" y="3657600"/>
            <a:ext cx="1097280" cy="1097280"/>
          </a:xfrm>
          <a:prstGeom prst="ellipse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eiryo"/>
              </a:defRPr>
            </a:pPr>
            <a:r>
              <a:t>B店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Meiryo"/>
              </a:defRPr>
            </a:pPr>
            <a:r>
              <a:t>→ マップでA店を発見 →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3657600"/>
            <a:ext cx="1097280" cy="10972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eiryo"/>
              </a:defRPr>
            </a:pPr>
            <a:r>
              <a:t>A店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Meiryo"/>
              </a:defRPr>
            </a:pPr>
            <a:r>
              <a:t>→ A店に初来店！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eiryo"/>
              </a:defRPr>
            </a:pPr>
            <a:r>
              <a:t>  マップ上で未訪問の店舗が自動的におすすめされます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035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eiryo"/>
              </a:defRPr>
            </a:pPr>
            <a:r>
              <a:t>  あなたのお客さんが他のお店を発見し、他のお店のお客さんがあなたを発見します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eiryo"/>
              </a:defRPr>
            </a:pPr>
            <a:r>
              <a:t>  加盟店が増えるほど、送客の効果も大きくなります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Meiryo"/>
              </a:defRPr>
            </a:pPr>
            <a:r>
              <a:t>競合ではなく、お互いにお客さんを送り合うエコシステムです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お客さんが使うゲーム機能（お店の手間なし）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6C00"/>
                </a:solidFill>
                <a:latin typeface="Meiryo"/>
              </a:defRPr>
            </a:pPr>
            <a:r>
              <a:t>バッジ（全162種）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eiryo"/>
              </a:defRPr>
            </a:pPr>
            <a:r>
              <a:t>条件達成でバッジ獲得 → コレクション欲で継続利用を促進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スタンプ系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517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スタンプ合計○個達成（15段階）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来店系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4290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○回来店達成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カテゴリ系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2062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カフェ/ラーメン/居酒屋 等のジャンル別</a:t>
            </a:r>
            <a:br/>
            <a:r>
              <a:t>（10グループ x 5段階）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アクション系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98347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お気に入り登録 / クーポン使用 /</a:t>
            </a:r>
            <a:br/>
            <a:r>
              <a:t>コメント投稿 など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F17"/>
                </a:solidFill>
                <a:latin typeface="Meiryo"/>
              </a:defRPr>
            </a:pPr>
            <a:r>
              <a:t>コインシステム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デイリーミッション（3種）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F17"/>
                </a:solidFill>
                <a:latin typeface="Meiryo"/>
              </a:defRPr>
            </a:pPr>
            <a:r>
              <a:t>毎日最大3コイン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060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3日連続ログイン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606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F17"/>
                </a:solidFill>
                <a:latin typeface="Meiryo"/>
              </a:defRPr>
            </a:pPr>
            <a:r>
              <a:t>+2コイン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7日連続ログイン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108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F17"/>
                </a:solidFill>
                <a:latin typeface="Meiryo"/>
              </a:defRPr>
            </a:pPr>
            <a:r>
              <a:t>+5コイン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1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30日連続ログイン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611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F17"/>
                </a:solidFill>
                <a:latin typeface="Meiryo"/>
              </a:defRPr>
            </a:pPr>
            <a:r>
              <a:t>+10コイン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来店（スタンプ獲得時）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F17"/>
                </a:solidFill>
                <a:latin typeface="Meiryo"/>
              </a:defRPr>
            </a:pPr>
            <a:r>
              <a:t>+1コイン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友達紹介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617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F17"/>
                </a:solidFill>
                <a:latin typeface="Meiryo"/>
              </a:defRPr>
            </a:pPr>
            <a:r>
              <a:t>+設定コイン数（デフォルト5）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212080"/>
            <a:ext cx="5120640" cy="8229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257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eiryo"/>
              </a:defRPr>
            </a:pPr>
            <a:r>
              <a:t>使い道: 10コインで未訪問店舗の100円引きクーポンに交換</a:t>
            </a:r>
            <a:br/>
            <a:r>
              <a:t>→ まだ来たことがないお客さんの初来店きっかけに！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対応決済方法の表示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Meiryo"/>
              </a:defRPr>
            </a:pPr>
            <a:r>
              <a:t>お店で対応している決済方法を、アプリ上でお客さんに表示できます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2743200" cy="3840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2743200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現金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"/>
              </a:defRPr>
            </a:pPr>
            <a:r>
              <a:t>現金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011680"/>
            <a:ext cx="2743200" cy="3840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011680"/>
            <a:ext cx="2743200" cy="6400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カード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346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"/>
              </a:defRPr>
            </a:pPr>
            <a:r>
              <a:t>Visa / Mastercard / JCB / American Express</a:t>
            </a:r>
            <a:br/>
            <a:r>
              <a:t>Diners Club / Discover / UnionPay</a:t>
            </a:r>
            <a:br/>
            <a:r>
              <a:t>デビット / プリペイド / タッチ決済</a:t>
            </a:r>
            <a:br/>
            <a:r>
              <a:t>Apple Pay / Google Pay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11680"/>
            <a:ext cx="2743200" cy="3840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011680"/>
            <a:ext cx="2743200" cy="6400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電子マネー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346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"/>
              </a:defRPr>
            </a:pPr>
            <a:r>
              <a:t>交通系IC / iD / QUICPay</a:t>
            </a:r>
            <a:br/>
            <a:r>
              <a:t>楽天Edy / nanaco / WAON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011680"/>
            <a:ext cx="2743200" cy="3840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2011680"/>
            <a:ext cx="2743200" cy="64008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QR決済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346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"/>
              </a:defRPr>
            </a:pPr>
            <a:r>
              <a:t>PayPay / d払い / 楽天ペイ</a:t>
            </a:r>
            <a:br/>
            <a:r>
              <a:t>au PAY / メルペイ</a:t>
            </a:r>
            <a:br/>
            <a:r>
              <a:t>WeChat Pay / Alipay+ 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料金プラン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371600"/>
            <a:ext cx="8503920" cy="9144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41732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53935"/>
                </a:solidFill>
                <a:latin typeface="Meiryo"/>
              </a:defRPr>
            </a:pPr>
            <a:r>
              <a:t>今なら先着5店舗まで無料！ 全機能開放でお使いいただけます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303520" cy="3200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5303520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ベーシック  月額 2,980円〜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  マップ掲載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  スタンプ運用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  クーポン発行（3枚まで）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  ニュース配信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  メニュー管理 / 店内画像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  データ分析 / サポート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60320"/>
            <a:ext cx="5303520" cy="32004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60320"/>
            <a:ext cx="5303520" cy="7315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6060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プレミアム  月額 5,980円〜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  ベーシック全機能 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  投稿機能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eiryo"/>
              </a:defRPr>
            </a:pPr>
            <a:r>
              <a:t>  Instagram連携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eiryo"/>
              </a:defRPr>
            </a:pPr>
            <a:r>
              <a:t>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eiryo"/>
              </a:defRPr>
            </a:pPr>
            <a:r>
              <a:t>  ※ 加盟店約30店舗到達後に導入予定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5943600"/>
            <a:ext cx="758952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59893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  <a:latin typeface="Meiryo"/>
              </a:defRPr>
            </a:pPr>
            <a:r>
              <a:t>ベーシックプランは 1日あたり約99円 です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料金改定スケジュール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Meiryo"/>
              </a:defRPr>
            </a:pPr>
            <a:r>
              <a:t>加盟店増加に伴い段階的に料金を改定する予定です（現在が最も安い料金です）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011680"/>
            <a:ext cx="256032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加盟店数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011680"/>
            <a:ext cx="256032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ベーシック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011680"/>
            <a:ext cx="256032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プレミアム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560320"/>
            <a:ext cx="2560320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6C00"/>
                </a:solidFill>
                <a:latin typeface="Meiryo"/>
              </a:defRPr>
            </a:pPr>
            <a:r>
              <a:t>〜30店舗（現在）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560320"/>
            <a:ext cx="2560320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6C00"/>
                </a:solidFill>
                <a:latin typeface="Meiryo"/>
              </a:defRPr>
            </a:pPr>
            <a:r>
              <a:t>2,980円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560320"/>
            <a:ext cx="2560320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6C00"/>
                </a:solidFill>
                <a:latin typeface="Meiryo"/>
              </a:defRPr>
            </a:pPr>
            <a:r>
              <a:t>未提供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200400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31〜60店舗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200400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3,980円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3200400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5,980円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840479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39319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61〜100店舗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840479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9319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4,980円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3840479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39319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6,980円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4480559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45719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101〜150店舗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480559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5719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5,980円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4480559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45719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8,980円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5120640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151店舗〜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5120640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別途お見積もり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5120640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別途お見積もり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始め方（かんたん5ステップ）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194560" cy="43891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645920"/>
            <a:ext cx="914400" cy="9144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Meiry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eiryo"/>
              </a:defRPr>
            </a:pPr>
            <a:r>
              <a:t>アプリをダウンロード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57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eiryo"/>
              </a:defRPr>
            </a:pPr>
            <a:r>
              <a:t>App Store/Google Playで</a:t>
            </a:r>
            <a:br/>
            <a:r>
              <a:t>「ぐるまっぷ 店舗」を検索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Meiryo"/>
              </a:defRPr>
            </a:pPr>
            <a:r>
              <a:t>約1分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371600"/>
            <a:ext cx="2194560" cy="43891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00400" y="1645920"/>
            <a:ext cx="914400" cy="9144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Meiryo"/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eiryo"/>
              </a:defRPr>
            </a:pPr>
            <a:r>
              <a:t>アカウント登録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657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eiryo"/>
              </a:defRPr>
            </a:pPr>
            <a:r>
              <a:t>メールアドレスとパスワードを入力</a:t>
            </a:r>
            <a:br/>
            <a:r>
              <a:t>メール認証（6桁コード）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Meiryo"/>
              </a:defRPr>
            </a:pPr>
            <a:r>
              <a:t>約5分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371600"/>
            <a:ext cx="2194560" cy="43891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77840" y="1645920"/>
            <a:ext cx="914400" cy="9144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Meiryo"/>
              </a:defRPr>
            </a:pPr>
            <a: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eiryo"/>
              </a:defRPr>
            </a:pPr>
            <a:r>
              <a:t>店舗情報を入力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657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eiryo"/>
              </a:defRPr>
            </a:pPr>
            <a:r>
              <a:t>店舗名/住所/カテゴリ/営業時間</a:t>
            </a:r>
            <a:br/>
            <a:r>
              <a:t>店舗画像/設備・サービス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Meiryo"/>
              </a:defRPr>
            </a:pPr>
            <a:r>
              <a:t>10〜15分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1371600"/>
            <a:ext cx="2194560" cy="43891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5280" y="1645920"/>
            <a:ext cx="914400" cy="9144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Meiryo"/>
              </a:defRPr>
            </a:pPr>
            <a: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eiryo"/>
              </a:defRPr>
            </a:pPr>
            <a:r>
              <a:t>承認を待つ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657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eiryo"/>
              </a:defRPr>
            </a:pPr>
            <a:r>
              <a:t>運営チームが店舗情報を確認し</a:t>
            </a:r>
            <a:br/>
            <a:r>
              <a:t>承認します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Meiryo"/>
              </a:defRPr>
            </a:pPr>
            <a:r>
              <a:t>最短当日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1371600"/>
            <a:ext cx="2194560" cy="4389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32720" y="164592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CAF50"/>
                </a:solidFill>
                <a:latin typeface="Meiryo"/>
              </a:defRPr>
            </a:pPr>
            <a: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eiryo"/>
              </a:defRPr>
            </a:pPr>
            <a:r>
              <a:t>利用開始！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657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eiryo"/>
              </a:defRPr>
            </a:pPr>
            <a:r>
              <a:t>スタンプ達成特典/メニュー登録</a:t>
            </a:r>
            <a:br/>
            <a:r>
              <a:t>店内画像/決済方法を設定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8C00"/>
                </a:solidFill>
                <a:latin typeface="Meiryo"/>
              </a:defRPr>
            </a:pPr>
            <a:r>
              <a:t>設定はサポートが一緒にお手伝いしますので、お気軽にご相談ください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店舗用アプリの操作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18288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6C00"/>
                </a:solidFill>
                <a:latin typeface="Meiryo"/>
              </a:defRPr>
            </a:pPr>
            <a:r>
              <a:t>日常の操作（毎日やること）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Meiryo"/>
              </a:defRPr>
            </a:pPr>
            <a:r>
              <a:t>お客さんのQRコードをスキャン → 確認 → 完了　　（約10秒）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60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Meiryo"/>
              </a:defRPr>
            </a:pPr>
            <a:r>
              <a:t>これだけです。日常の操作はQRスキャンのみです。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eiryo"/>
              </a:defRPr>
            </a:pPr>
            <a:r>
              <a:t>必要に応じてやること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2286000" cy="4114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クーポン作成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977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タイトル・タイプ・有効期限・画像を入力して発行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2286000" cy="4114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ニュース作成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480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画像・タイトル・本文・掲載期間を入力して配信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2286000" cy="4114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メニュー更新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983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メニューの追加・編集・並び替え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40680"/>
            <a:ext cx="2286000" cy="4114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データ確認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86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分析ダッシュボードで来店者数やリピート率を確認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43600"/>
            <a:ext cx="2286000" cy="4114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投稿作成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写真 + テキストで投稿（プレミアム）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サポート体制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4747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47472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ライブチャット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アプリ内からリアルタイムで相談できます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4747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474720" cy="5486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メールサポート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info@groumapapp.com</a:t>
            </a:r>
            <a:br/>
            <a:r>
              <a:t>（アプリ内フォームから送信可）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4747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474720" cy="5486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電話サポート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080-6050-7194</a:t>
            </a:r>
            <a:br/>
            <a:r>
              <a:t>（平日 11:00-18:00）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4114800"/>
            <a:ext cx="34747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7440" y="4114800"/>
            <a:ext cx="3474720" cy="5486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4206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月次レポート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月に1回、データを一緒に確認して</a:t>
            </a:r>
            <a:br/>
            <a:r>
              <a:t>改善策を提案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114800"/>
            <a:ext cx="34747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114800"/>
            <a:ext cx="3474720" cy="5486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206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FAQ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eiryo"/>
              </a:defRPr>
            </a:pPr>
            <a:r>
              <a:t>よくある質問をアプリ内で確認できます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よくあるご質問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ぐるまっぷ  店舗オーナー様向けご案内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eiryo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77840" cy="1508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Q. 初期費用はかかりますか？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A. いいえ、初期費用は0円です。月額料金のみでご利用いただけます。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577840" cy="1508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Q. 契約期間の縛りはありますか？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A. ありません。いつでも解約可能です。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63240"/>
            <a:ext cx="5577840" cy="1508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Q. スマホが苦手でも大丈夫ですか？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A. はい。日常の操作はQRコードをスキャンするだけです。初期設定はサポートが一緒にお手伝いします。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063240"/>
            <a:ext cx="5577840" cy="1508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Q. 大手の掲載サービスとの違いは？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661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A. 大手は「検索して探す」仕組み。ぐるまっぷは「マップ上で自然に見つかる」仕組みです。来店数やリピート率まで測れます。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5577840" cy="1508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Q. 複数店舗を登録できますか？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578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A. はい。1つのアカウントで複数店舗の管理が可能です。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754880"/>
            <a:ext cx="5577840" cy="1508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846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eiryo"/>
              </a:defRPr>
            </a:pPr>
            <a:r>
              <a:t>Q. クーポンの費用は誰が負担？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2578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A. スタンプ達成特典・クーポンの費用はお店のご負担です。コイン交換クーポン（100円引き）の原資は現在プラットフォームが負担しています。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Meiryo"/>
              </a:defRPr>
            </a:pPr>
            <a:r>
              <a:t>"知らなかった小さな名店"として、</a:t>
            </a:r>
            <a:br/>
            <a:r>
              <a:t>あなたのお店がお客さんに発見される日を楽しみにしています。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560320"/>
            <a:ext cx="301752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  <a:latin typeface="Meiryo"/>
              </a:defRPr>
            </a:pPr>
            <a:r>
              <a:t>お問い合わせ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657600"/>
            <a:ext cx="7589520" cy="5486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3730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eiryo"/>
              </a:defRPr>
            </a:pPr>
            <a:r>
              <a:t>チャット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730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eiryo"/>
              </a:defRPr>
            </a:pPr>
            <a:r>
              <a:t>アプリ内ライブチャット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297680"/>
            <a:ext cx="7589520" cy="5486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43708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eiryo"/>
              </a:defRPr>
            </a:pPr>
            <a:r>
              <a:t>メール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708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eiryo"/>
              </a:defRPr>
            </a:pPr>
            <a:r>
              <a:t>info@groumapapp.com（アプリ内お問い合わせフォームから送信可）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937760"/>
            <a:ext cx="7589520" cy="5486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5010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eiryo"/>
              </a:defRPr>
            </a:pPr>
            <a:r>
              <a:t>電話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0109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eiryo"/>
              </a:defRPr>
            </a:pPr>
            <a:r>
              <a:t>080-6050-7194（平日 11:00-18:00）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Meiryo"/>
              </a:defRPr>
            </a:pPr>
            <a:r>
              <a:t>初期費用 0円  |  契約縛りなし  |  先着5店舗 無料  |  サポート付き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